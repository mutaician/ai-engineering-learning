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5638"/>
            <a:ext cx="77724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6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General Intelligence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19500" y="3303538"/>
            <a:ext cx="1905000" cy="5075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3735288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AI and Human Potential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01" y="634901"/>
            <a:ext cx="766886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4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AGI?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3501" y="1571476"/>
            <a:ext cx="766886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refers to </a:t>
            </a:r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autonomous systems</a:t>
            </a:r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can outperform humans at most economically valuable work.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3501" y="2447776"/>
            <a:ext cx="766886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narrow AI, which excels at specific tasks, AGI would possess the ability to understand, learn, and apply knowledge across a </a:t>
            </a:r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range of domains</a:t>
            </a:r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3501" y="3324076"/>
            <a:ext cx="766886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represents a fundamental shift from specialized intelligence to generalized cognitive capabilities.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01" y="571500"/>
            <a:ext cx="766886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4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3501" y="1508075"/>
            <a:ext cx="7518499" cy="243795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Generalization: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Ability to apply knowledge across diverse domains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Reasoning: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problem-solving and abstract thinking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Rapid adaptation from minimal data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Creativity: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Novel solution generation and innovation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Self-awareness: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of own limitations and capabilities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01" y="634901"/>
            <a:ext cx="766886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&amp; Challenges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3501" y="1635026"/>
            <a:ext cx="3505349" cy="3282107"/>
          </a:xfrm>
          <a:prstGeom prst="roundRect">
            <a:avLst>
              <a:gd name="adj" fmla="val 309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7402" y="1888927"/>
            <a:ext cx="305749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402" y="2403277"/>
            <a:ext cx="2997547" cy="213300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breakthroughs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eradication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solutions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prosperity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education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76800" y="1635026"/>
            <a:ext cx="3505349" cy="3282107"/>
          </a:xfrm>
          <a:prstGeom prst="roundRect">
            <a:avLst>
              <a:gd name="adj" fmla="val 309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30701" y="1888927"/>
            <a:ext cx="305749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30701" y="2403277"/>
            <a:ext cx="2997547" cy="213300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alignment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displacement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risks</a:t>
            </a:r>
            <a:endParaRPr lang="en-US" sz="1600" dirty="0"/>
          </a:p>
          <a:p>
            <a:pPr algn="l" marL="158750" indent="-158750">
              <a:lnSpc>
                <a:spcPts val="256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frameworks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2825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936950" y="2498675"/>
            <a:ext cx="1269950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917775"/>
            <a:ext cx="7772400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development requires collaborative effort across research, policy, and ethics to ensure beneficial outcomes for all of humanity.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General Intelligence</dc:title>
  <dc:subject>PptxGenJS Presentation</dc:subject>
  <dc:creator>AI Assistant</dc:creator>
  <cp:lastModifiedBy>AI Assistant</cp:lastModifiedBy>
  <cp:revision>1</cp:revision>
  <dcterms:created xsi:type="dcterms:W3CDTF">2026-01-06T17:31:44Z</dcterms:created>
  <dcterms:modified xsi:type="dcterms:W3CDTF">2026-01-06T17:31:44Z</dcterms:modified>
</cp:coreProperties>
</file>